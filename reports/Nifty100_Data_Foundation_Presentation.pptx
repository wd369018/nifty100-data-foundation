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Nifty 100 Data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End-to-end analytics platform for Nifty 100 companies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ETL → Financial Ratios → Screener → Peer Analysis → Valuation → Dashboard → NLP → Reports</a:t>
            </a:r>
          </a:p>
          <a:p>
            <a:pPr>
              <a:defRPr sz="1800"/>
            </a:pPr>
            <a:r>
              <a:t>Project Presentation</a:t>
            </a:r>
          </a:p>
          <a:p>
            <a:pPr>
              <a:defRPr sz="1800"/>
            </a:pPr>
            <a:r>
              <a:t>Nifty 100 Data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Build a reusable data foundation and analytics platform for Nifty 100 companies.</a:t>
            </a:r>
          </a:p>
          <a:p>
            <a:pPr>
              <a:spcAft>
                <a:spcPts val="1200"/>
              </a:spcAft>
              <a:defRPr sz="1800"/>
            </a:pPr>
            <a:r>
              <a:t>Pipeline covers data ingestion, validation, financial analytics, screening, peer comparison and valuation.</a:t>
            </a:r>
          </a:p>
          <a:p>
            <a:pPr>
              <a:spcAft>
                <a:spcPts val="1200"/>
              </a:spcAft>
              <a:defRPr sz="1800"/>
            </a:pPr>
            <a:r>
              <a:t>Interactive Streamlit dashboard provides multiple analytical views for users.</a:t>
            </a:r>
          </a:p>
          <a:p>
            <a:pPr>
              <a:spcAft>
                <a:spcPts val="1200"/>
              </a:spcAft>
              <a:defRPr sz="1800"/>
            </a:pPr>
            <a:r>
              <a:t>Outputs include structured databases, CSV/XLSX artefacts and PDF report packs.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Raw Excel / source data → ETL &amp; validation → SQLite data foundation.</a:t>
            </a:r>
          </a:p>
          <a:p>
            <a:pPr>
              <a:spcAft>
                <a:spcPts val="1200"/>
              </a:spcAft>
              <a:defRPr sz="1800"/>
            </a:pPr>
            <a:r>
              <a:t>Analytics layer computes ratios, screening features, peer groups and valuation indicators.</a:t>
            </a:r>
          </a:p>
          <a:p>
            <a:pPr>
              <a:spcAft>
                <a:spcPts val="1200"/>
              </a:spcAft>
              <a:defRPr sz="1800"/>
            </a:pPr>
            <a:r>
              <a:t>NLP layer parses analysis text and generates structured pros/cons.</a:t>
            </a:r>
          </a:p>
          <a:p>
            <a:pPr>
              <a:spcAft>
                <a:spcPts val="1200"/>
              </a:spcAft>
              <a:defRPr sz="1800"/>
            </a:pPr>
            <a:r>
              <a:t>Reporting layer produces company tearsheets, sector reports and portfolio reports.</a:t>
            </a:r>
          </a:p>
          <a:p>
            <a:pPr>
              <a:spcAft>
                <a:spcPts val="1200"/>
              </a:spcAft>
              <a:defRPr sz="1800"/>
            </a:pPr>
            <a:r>
              <a:t>Streamlit dashboard exposes the analytical results through eight screens.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Foundation &amp; ETL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Pre-built SQLite database: db/nifty100.db.</a:t>
            </a:r>
          </a:p>
          <a:p>
            <a:pPr>
              <a:spcAft>
                <a:spcPts val="1200"/>
              </a:spcAft>
              <a:defRPr sz="1800"/>
            </a:pPr>
            <a:r>
              <a:t>Data is organized into company, financial, ratio, market-cap and peer-related structures.</a:t>
            </a:r>
          </a:p>
          <a:p>
            <a:pPr>
              <a:spcAft>
                <a:spcPts val="1200"/>
              </a:spcAft>
              <a:defRPr sz="1800"/>
            </a:pPr>
            <a:r>
              <a:t>ETL stage performs ingestion, normalization, validation and deduplication.</a:t>
            </a:r>
          </a:p>
          <a:p>
            <a:pPr>
              <a:spcAft>
                <a:spcPts val="1200"/>
              </a:spcAft>
              <a:defRPr sz="1800"/>
            </a:pPr>
            <a:r>
              <a:t>Data-quality checks identify invalid records, parsing failures and referential-integrity issues.</a:t>
            </a:r>
          </a:p>
          <a:p>
            <a:pPr>
              <a:spcAft>
                <a:spcPts val="1200"/>
              </a:spcAft>
              <a:defRPr sz="1800"/>
            </a:pPr>
            <a:r>
              <a:t>Database can be rebuilt from the raw Excel sources when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Financial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Financial ratio engine supports profitability, growth, leverage and valuation-oriented analysis.</a:t>
            </a:r>
          </a:p>
          <a:p>
            <a:pPr>
              <a:spcAft>
                <a:spcPts val="1200"/>
              </a:spcAft>
              <a:defRPr sz="1800"/>
            </a:pPr>
            <a:r>
              <a:t>Key dashboard metrics include revenue, net profit, ROE and ROCE.</a:t>
            </a:r>
          </a:p>
          <a:p>
            <a:pPr>
              <a:spcAft>
                <a:spcPts val="1200"/>
              </a:spcAft>
              <a:defRPr sz="1800"/>
            </a:pPr>
            <a:r>
              <a:t>Trend analysis supports multi-year comparison and year-over-year interpretation.</a:t>
            </a:r>
          </a:p>
          <a:p>
            <a:pPr>
              <a:spcAft>
                <a:spcPts val="1200"/>
              </a:spcAft>
              <a:defRPr sz="1800"/>
            </a:pPr>
            <a:r>
              <a:t>Peer analysis benchmarks companies against relevant peer groups.</a:t>
            </a:r>
          </a:p>
          <a:p>
            <a:pPr>
              <a:spcAft>
                <a:spcPts val="1200"/>
              </a:spcAft>
              <a:defRPr sz="1800"/>
            </a:pPr>
            <a:r>
              <a:t>Valuation module calculates PE, PB, EV/EBITDA, FCF yield and sector-relative indicators.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Screener &amp; Peer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Screener provides metric-based filtering across Nifty 100 companies.</a:t>
            </a:r>
          </a:p>
          <a:p>
            <a:pPr>
              <a:spcAft>
                <a:spcPts val="1200"/>
              </a:spcAft>
              <a:defRPr sz="1800"/>
            </a:pPr>
            <a:r>
              <a:t>Preset screening views include Quality, Value, Growth, Dividend, Debt-Free and Turnaround.</a:t>
            </a:r>
          </a:p>
          <a:p>
            <a:pPr>
              <a:spcAft>
                <a:spcPts val="1200"/>
              </a:spcAft>
              <a:defRPr sz="1800"/>
            </a:pPr>
            <a:r>
              <a:t>Peer comparison groups companies and compares multiple KPIs against group averages.</a:t>
            </a:r>
          </a:p>
          <a:p>
            <a:pPr>
              <a:spcAft>
                <a:spcPts val="1200"/>
              </a:spcAft>
              <a:defRPr sz="1800"/>
            </a:pPr>
            <a:r>
              <a:t>Results can be exported as CSV for further analysis.</a:t>
            </a:r>
          </a:p>
          <a:p>
            <a:pPr>
              <a:spcAft>
                <a:spcPts val="1200"/>
              </a:spcAft>
              <a:defRPr sz="1800"/>
            </a:pPr>
            <a:r>
              <a:t>Screening is designed as an analytical tool; users can apply their own criteria.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Valuation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Valuation output includes PE, PB, EV/EBITDA and FCF yield.</a:t>
            </a:r>
          </a:p>
          <a:p>
            <a:pPr>
              <a:spcAft>
                <a:spcPts val="1200"/>
              </a:spcAft>
              <a:defRPr sz="1800"/>
            </a:pPr>
            <a:r>
              <a:t>Five-year median PE is used as a historical reference metric.</a:t>
            </a:r>
          </a:p>
          <a:p>
            <a:pPr>
              <a:spcAft>
                <a:spcPts val="1200"/>
              </a:spcAft>
              <a:defRPr sz="1800"/>
            </a:pPr>
            <a:r>
              <a:t>Sector-relative valuation flags identify companies whose PE differs materially from sector median.</a:t>
            </a:r>
          </a:p>
          <a:p>
            <a:pPr>
              <a:spcAft>
                <a:spcPts val="1200"/>
              </a:spcAft>
              <a:defRPr sz="1800"/>
            </a:pPr>
            <a:r>
              <a:t>Generated artefacts include valuation_summary.xlsx and valuation_flags.csv.</a:t>
            </a:r>
          </a:p>
          <a:p>
            <a:pPr>
              <a:spcAft>
                <a:spcPts val="1200"/>
              </a:spcAft>
              <a:defRPr sz="1800"/>
            </a:pPr>
            <a:r>
              <a:t>Valuation indicators are analytical signals, not standalone investment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Interactive Streamlit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Home: KPI tiles, sector distribution and composite-score view.</a:t>
            </a:r>
          </a:p>
          <a:p>
            <a:pPr>
              <a:spcAft>
                <a:spcPts val="1200"/>
              </a:spcAft>
              <a:defRPr sz="1800"/>
            </a:pPr>
            <a:r>
              <a:t>Company Profile: company search, KPIs, 10-year financial bars, ROE/ROCE and pros/cons.</a:t>
            </a:r>
          </a:p>
          <a:p>
            <a:pPr>
              <a:spcAft>
                <a:spcPts val="1200"/>
              </a:spcAft>
              <a:defRPr sz="1800"/>
            </a:pPr>
            <a:r>
              <a:t>Screener: sliders, presets, result table and CSV export.</a:t>
            </a:r>
          </a:p>
          <a:p>
            <a:pPr>
              <a:spcAft>
                <a:spcPts val="1200"/>
              </a:spcAft>
              <a:defRPr sz="1800"/>
            </a:pPr>
            <a:r>
              <a:t>Peer Comparison: peer groups, radar chart and benchmark table.</a:t>
            </a:r>
          </a:p>
          <a:p>
            <a:pPr>
              <a:spcAft>
                <a:spcPts val="1200"/>
              </a:spcAft>
              <a:defRPr sz="1800"/>
            </a:pPr>
            <a:r>
              <a:t>Trends: up to three metrics overlaid over a 10-year period.</a:t>
            </a:r>
          </a:p>
          <a:p>
            <a:pPr>
              <a:spcAft>
                <a:spcPts val="1200"/>
              </a:spcAft>
              <a:defRPr sz="1800"/>
            </a:pPr>
            <a:r>
              <a:t>Sector Analysis, Capital Allocation and Annual Reports provide additional views.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NLP &amp; Cash Flow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NLP parser converts analysis text into structured fields.</a:t>
            </a:r>
          </a:p>
          <a:p>
            <a:pPr>
              <a:spcAft>
                <a:spcPts val="1200"/>
              </a:spcAft>
              <a:defRPr sz="1800"/>
            </a:pPr>
            <a:r>
              <a:t>Pros/cons generator creates rule-based analytical summaries with confidence values.</a:t>
            </a:r>
          </a:p>
          <a:p>
            <a:pPr>
              <a:spcAft>
                <a:spcPts val="1200"/>
              </a:spcAft>
              <a:defRPr sz="1800"/>
            </a:pPr>
            <a:r>
              <a:t>Cash-flow intelligence produces KPI workbooks and distress-alert outputs.</a:t>
            </a:r>
          </a:p>
          <a:p>
            <a:pPr>
              <a:spcAft>
                <a:spcPts val="1200"/>
              </a:spcAft>
              <a:defRPr sz="1800"/>
            </a:pPr>
            <a:r>
              <a:t>Capital-allocation analysis groups companies by allocation patterns.</a:t>
            </a:r>
          </a:p>
          <a:p>
            <a:pPr>
              <a:spcAft>
                <a:spcPts val="1200"/>
              </a:spcAft>
              <a:defRPr sz="1800"/>
            </a:pPr>
            <a:r>
              <a:t>These modules extend the platform beyond basic screening into interpretable analytics.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Reporting &amp;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Company tearsheets are generated in batch for supported companies.</a:t>
            </a:r>
          </a:p>
          <a:p>
            <a:pPr>
              <a:spcAft>
                <a:spcPts val="1200"/>
              </a:spcAft>
              <a:defRPr sz="1800"/>
            </a:pPr>
            <a:r>
              <a:t>Sector and portfolio reports are generated as PDFs.</a:t>
            </a:r>
          </a:p>
          <a:p>
            <a:pPr>
              <a:spcAft>
                <a:spcPts val="1200"/>
              </a:spcAft>
              <a:defRPr sz="1800"/>
            </a:pPr>
            <a:r>
              <a:t>Output directory contains screening, valuation, NLP, cash-flow and allocation artefacts.</a:t>
            </a:r>
          </a:p>
          <a:p>
            <a:pPr>
              <a:spcAft>
                <a:spcPts val="1200"/>
              </a:spcAft>
              <a:defRPr sz="1800"/>
            </a:pPr>
            <a:r>
              <a:t>Reports make analytical results easier to share outside the dashboard.</a:t>
            </a:r>
          </a:p>
          <a:p>
            <a:pPr>
              <a:spcAft>
                <a:spcPts val="1200"/>
              </a:spcAft>
              <a:defRPr sz="1800"/>
            </a:pPr>
            <a:r>
              <a:t>Generated outputs complement the interactive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Python for ETL, analytics, NLP and reporting.</a:t>
            </a:r>
          </a:p>
          <a:p>
            <a:pPr>
              <a:spcAft>
                <a:spcPts val="1200"/>
              </a:spcAft>
              <a:defRPr sz="1800"/>
            </a:pPr>
            <a:r>
              <a:t>SQLite for the committed analytical database.</a:t>
            </a:r>
          </a:p>
          <a:p>
            <a:pPr>
              <a:spcAft>
                <a:spcPts val="1200"/>
              </a:spcAft>
              <a:defRPr sz="1800"/>
            </a:pPr>
            <a:r>
              <a:t>Streamlit for the interactive web dashboard.</a:t>
            </a:r>
          </a:p>
          <a:p>
            <a:pPr>
              <a:spcAft>
                <a:spcPts val="1200"/>
              </a:spcAft>
              <a:defRPr sz="1800"/>
            </a:pPr>
            <a:r>
              <a:t>Pandas / NumPy-style data processing for analytical transformations.</a:t>
            </a:r>
          </a:p>
          <a:p>
            <a:pPr>
              <a:spcAft>
                <a:spcPts val="1200"/>
              </a:spcAft>
              <a:defRPr sz="1800"/>
            </a:pPr>
            <a:r>
              <a:t>Pytest-based automated testing and verification scripts.</a:t>
            </a:r>
          </a:p>
          <a:p>
            <a:pPr>
              <a:spcAft>
                <a:spcPts val="1200"/>
              </a:spcAft>
              <a:defRPr sz="1800"/>
            </a:pPr>
            <a:r>
              <a:t>Excel, CSV and PDF outputs for downstream 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Testing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Repository includes a substantial automated test suite.</a:t>
            </a:r>
          </a:p>
          <a:p>
            <a:pPr>
              <a:spcAft>
                <a:spcPts val="1200"/>
              </a:spcAft>
              <a:defRPr sz="1800"/>
            </a:pPr>
            <a:r>
              <a:t>Dedicated verification harnesses cover sprint-level acceptance criteria.</a:t>
            </a:r>
          </a:p>
          <a:p>
            <a:pPr>
              <a:spcAft>
                <a:spcPts val="1200"/>
              </a:spcAft>
              <a:defRPr sz="1800"/>
            </a:pPr>
            <a:r>
              <a:t>Dashboard smoke testing checks all major screens and selected ticker profiles.</a:t>
            </a:r>
          </a:p>
          <a:p>
            <a:pPr>
              <a:spcAft>
                <a:spcPts val="1200"/>
              </a:spcAft>
              <a:defRPr sz="1800"/>
            </a:pPr>
            <a:r>
              <a:t>Validation and audit outputs make data-quality issues traceable.</a:t>
            </a:r>
          </a:p>
          <a:p>
            <a:pPr>
              <a:spcAft>
                <a:spcPts val="1200"/>
              </a:spcAft>
              <a:defRPr sz="1800"/>
            </a:pPr>
            <a:r>
              <a:t>Testing helps ensure reproducibility as the pipeline evolves.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Nifty 100 Data Foundation combines data engineering and financial analytics in one workflow.</a:t>
            </a:r>
          </a:p>
          <a:p>
            <a:pPr>
              <a:spcAft>
                <a:spcPts val="1200"/>
              </a:spcAft>
              <a:defRPr sz="1800"/>
            </a:pPr>
            <a:r>
              <a:t>The project moves from raw data to screening, valuation, visualization and reporting.</a:t>
            </a:r>
          </a:p>
          <a:p>
            <a:pPr>
              <a:spcAft>
                <a:spcPts val="1200"/>
              </a:spcAft>
              <a:defRPr sz="1800"/>
            </a:pPr>
            <a:r>
              <a:t>Modular architecture makes it possible to extend the platform with new analytics.</a:t>
            </a:r>
          </a:p>
          <a:p>
            <a:pPr>
              <a:spcAft>
                <a:spcPts val="1200"/>
              </a:spcAft>
              <a:defRPr sz="1800"/>
            </a:pPr>
            <a:r>
              <a:t>Interactive dashboards and generated reports support both exploration and presentation.</a:t>
            </a:r>
          </a:p>
          <a:p>
            <a:pPr>
              <a:spcAft>
                <a:spcPts val="1200"/>
              </a:spcAft>
              <a:defRPr sz="1800"/>
            </a:pPr>
            <a:r>
              <a:t>Overall objective: create a reliable, reusable foundation for Nifty 100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